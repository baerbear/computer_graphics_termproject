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hpMzZogDsvXAoun5V8hhD7q4zL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5d42ce889_3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5d42ce889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d42ce889_3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5d42ce889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603381" y="553616"/>
            <a:ext cx="8273140" cy="4008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603380" y="4589463"/>
            <a:ext cx="8273140" cy="13846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612648" y="548640"/>
            <a:ext cx="10741152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612648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609600" y="547396"/>
            <a:ext cx="10745788" cy="1143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609600" y="1685735"/>
            <a:ext cx="5157787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09600" y="2386894"/>
            <a:ext cx="5157787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5735"/>
            <a:ext cx="5183188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199" y="2386894"/>
            <a:ext cx="5183189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597160" y="553616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34708" y="553616"/>
            <a:ext cx="6279741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597160" y="2311121"/>
            <a:ext cx="3595634" cy="3728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594360" y="557784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063319" y="657103"/>
            <a:ext cx="6483687" cy="5555904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609601" y="2826137"/>
            <a:ext cx="3585586" cy="3434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612648" y="548640"/>
            <a:ext cx="10515600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622415" y="-1328869"/>
            <a:ext cx="4496065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859174" y="2354212"/>
            <a:ext cx="5598466" cy="2047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2437312" y="-1020615"/>
            <a:ext cx="5598465" cy="8796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>
            <p:ph type="ctrTitle"/>
          </p:nvPr>
        </p:nvSpPr>
        <p:spPr>
          <a:xfrm>
            <a:off x="8388642" y="1104181"/>
            <a:ext cx="3406543" cy="27797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2025 컴퓨터 그래픽스</a:t>
            </a:r>
            <a:br>
              <a:rPr lang="en-US" sz="3600"/>
            </a:br>
            <a:r>
              <a:rPr lang="en-US" sz="3600"/>
              <a:t>발표자료</a:t>
            </a:r>
            <a:endParaRPr/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8388643" y="3901164"/>
            <a:ext cx="3406542" cy="1542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     02</a:t>
            </a:r>
            <a:r>
              <a:rPr b="1" lang="en-US"/>
              <a:t>반 </a:t>
            </a:r>
            <a:r>
              <a:rPr b="1" lang="en-US"/>
              <a:t>2022180011 김태건</a:t>
            </a:r>
            <a:endParaRPr b="1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     01</a:t>
            </a:r>
            <a:r>
              <a:rPr b="1" lang="en-US"/>
              <a:t>반 </a:t>
            </a:r>
            <a:r>
              <a:rPr b="1" lang="en-US"/>
              <a:t>2022180016 백성윤</a:t>
            </a:r>
            <a:endParaRPr/>
          </a:p>
        </p:txBody>
      </p:sp>
      <p:pic>
        <p:nvPicPr>
          <p:cNvPr descr="텍스트, 스크린샷이(가) 표시된 사진&#10;&#10;AI 생성 콘텐츠는 정확하지 않을 수 있습니다." id="87" name="Google Shape;87;p1"/>
          <p:cNvPicPr preferRelativeResize="0"/>
          <p:nvPr/>
        </p:nvPicPr>
        <p:blipFill rotWithShape="1">
          <a:blip r:embed="rId3">
            <a:alphaModFix/>
          </a:blip>
          <a:srcRect b="15868" l="0" r="1507" t="6211"/>
          <a:stretch/>
        </p:blipFill>
        <p:spPr>
          <a:xfrm>
            <a:off x="644272" y="574131"/>
            <a:ext cx="7217098" cy="5709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>
            <p:ph type="title"/>
          </p:nvPr>
        </p:nvSpPr>
        <p:spPr>
          <a:xfrm>
            <a:off x="612648" y="1114923"/>
            <a:ext cx="4621553" cy="13607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br>
              <a:rPr lang="en-US"/>
            </a:br>
            <a:r>
              <a:rPr lang="en-US"/>
              <a:t>3D 바운스 볼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612648" y="2584058"/>
            <a:ext cx="4621553" cy="3159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이동 W/A/S/D</a:t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 마우스 드래그로 카메라 회전</a:t>
            </a:r>
            <a:endParaRPr b="1" sz="1800"/>
          </a:p>
          <a:p>
            <a:pPr indent="-1143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1143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</p:txBody>
      </p:sp>
      <p:pic>
        <p:nvPicPr>
          <p:cNvPr descr="스크린샷, 디자인이(가) 표시된 사진&#10;&#10;AI 생성 콘텐츠는 정확하지 않을 수 있습니다." id="95" name="Google Shape;95;p2"/>
          <p:cNvPicPr preferRelativeResize="0"/>
          <p:nvPr/>
        </p:nvPicPr>
        <p:blipFill rotWithShape="1">
          <a:blip r:embed="rId3">
            <a:alphaModFix/>
          </a:blip>
          <a:srcRect b="0" l="11406" r="16455" t="0"/>
          <a:stretch/>
        </p:blipFill>
        <p:spPr>
          <a:xfrm>
            <a:off x="6099883" y="1114923"/>
            <a:ext cx="5020535" cy="4628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6650" y="210700"/>
            <a:ext cx="4076348" cy="271832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>
            <p:ph type="title"/>
          </p:nvPr>
        </p:nvSpPr>
        <p:spPr>
          <a:xfrm>
            <a:off x="612648" y="1114923"/>
            <a:ext cx="4621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br>
              <a:rPr lang="en-US"/>
            </a:br>
            <a:r>
              <a:rPr lang="en-US"/>
              <a:t>3D 바운스 볼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612648" y="2584058"/>
            <a:ext cx="4621500" cy="3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v키로 1인칭 / 3인칭 변경 가능</a:t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t</a:t>
            </a:r>
            <a:r>
              <a:rPr b="1" lang="en-US" sz="1800"/>
              <a:t>키로 공의 경로 추적 가능</a:t>
            </a:r>
            <a:endParaRPr b="1" sz="1800"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/>
              <a:t>별을 먹으면 먹은 위치로 세이브 포인트 변경</a:t>
            </a:r>
            <a:endParaRPr b="1" sz="1800"/>
          </a:p>
          <a:p>
            <a:pPr indent="-1143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4">
            <a:alphaModFix/>
          </a:blip>
          <a:srcRect b="0" l="20624" r="20042" t="47184"/>
          <a:stretch/>
        </p:blipFill>
        <p:spPr>
          <a:xfrm>
            <a:off x="7713813" y="3238500"/>
            <a:ext cx="4122025" cy="271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5d42ce889_3_6"/>
          <p:cNvSpPr txBox="1"/>
          <p:nvPr>
            <p:ph type="title"/>
          </p:nvPr>
        </p:nvSpPr>
        <p:spPr>
          <a:xfrm>
            <a:off x="612648" y="1114923"/>
            <a:ext cx="4621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br>
              <a:rPr lang="en-US"/>
            </a:br>
            <a:r>
              <a:rPr lang="en-US"/>
              <a:t>3D 바운스 볼</a:t>
            </a:r>
            <a:endParaRPr/>
          </a:p>
        </p:txBody>
      </p:sp>
      <p:sp>
        <p:nvSpPr>
          <p:cNvPr id="109" name="Google Shape;109;g3a5d42ce889_3_6"/>
          <p:cNvSpPr txBox="1"/>
          <p:nvPr>
            <p:ph idx="1" type="body"/>
          </p:nvPr>
        </p:nvSpPr>
        <p:spPr>
          <a:xfrm>
            <a:off x="612648" y="2584058"/>
            <a:ext cx="4621500" cy="3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별을 다 먹으면 게임 클리어</a:t>
            </a:r>
            <a:endParaRPr b="1" sz="1800"/>
          </a:p>
          <a:p>
            <a:pPr indent="-1143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</p:txBody>
      </p:sp>
      <p:pic>
        <p:nvPicPr>
          <p:cNvPr id="110" name="Google Shape;110;g3a5d42ce889_3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773" y="1220038"/>
            <a:ext cx="6653053" cy="441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5d42ce889_3_14"/>
          <p:cNvSpPr txBox="1"/>
          <p:nvPr>
            <p:ph type="title"/>
          </p:nvPr>
        </p:nvSpPr>
        <p:spPr>
          <a:xfrm>
            <a:off x="612648" y="1114923"/>
            <a:ext cx="4621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br>
              <a:rPr lang="en-US"/>
            </a:br>
            <a:r>
              <a:rPr lang="en-US"/>
              <a:t>3D 바운스 볼</a:t>
            </a:r>
            <a:endParaRPr/>
          </a:p>
        </p:txBody>
      </p:sp>
      <p:sp>
        <p:nvSpPr>
          <p:cNvPr id="116" name="Google Shape;116;g3a5d42ce889_3_14"/>
          <p:cNvSpPr txBox="1"/>
          <p:nvPr>
            <p:ph idx="1" type="body"/>
          </p:nvPr>
        </p:nvSpPr>
        <p:spPr>
          <a:xfrm>
            <a:off x="612648" y="2584058"/>
            <a:ext cx="4621500" cy="3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데모 시연!</a:t>
            </a:r>
            <a:endParaRPr b="1" sz="1800"/>
          </a:p>
          <a:p>
            <a:pPr indent="-1143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</p:txBody>
      </p:sp>
      <p:pic>
        <p:nvPicPr>
          <p:cNvPr id="117" name="Google Shape;117;g3a5d42ce889_3_14"/>
          <p:cNvPicPr preferRelativeResize="0"/>
          <p:nvPr/>
        </p:nvPicPr>
        <p:blipFill rotWithShape="1">
          <a:blip r:embed="rId3">
            <a:alphaModFix/>
          </a:blip>
          <a:srcRect b="5258" l="2458" r="0" t="0"/>
          <a:stretch/>
        </p:blipFill>
        <p:spPr>
          <a:xfrm>
            <a:off x="4342625" y="1313200"/>
            <a:ext cx="6474050" cy="49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2025-12-08T10:17:02Z</dcterms:created>
  <dc:creator>김태건(2022180011)</dc:creator>
</cp:coreProperties>
</file>